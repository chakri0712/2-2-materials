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ctr"/>
            <a:r>
              <a:rPr b="0" lang="en-IN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</a:pPr>
            <a:fld id="{97C4FC04-6EF8-4560-96EC-826EAAE53462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</a:pPr>
            <a:fld id="{9DC5A37A-C178-49D4-AC37-F5FE9B97B8A4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1771920" y="1728000"/>
            <a:ext cx="6148080" cy="873720"/>
          </a:xfrm>
          <a:prstGeom prst="rect">
            <a:avLst/>
          </a:prstGeom>
        </p:spPr>
        <p:txBody>
          <a:bodyPr lIns="90000" rIns="90000" tIns="45000" bIns="45000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f3f3f3"/>
                </a:solidFill>
                <a:latin typeface="Caveat"/>
                <a:ea typeface="Arial"/>
              </a:rPr>
              <a:t>FIRE FIGHTING ROBOT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2868840" y="811080"/>
            <a:ext cx="3467160" cy="772920"/>
          </a:xfrm>
          <a:prstGeom prst="rect">
            <a:avLst/>
          </a:prstGeom>
        </p:spPr>
        <p:txBody>
          <a:bodyPr lIns="90000" rIns="90000" tIns="45000" bIns="45000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ffffff"/>
                </a:solidFill>
                <a:latin typeface="Caveat"/>
                <a:ea typeface="Arial"/>
              </a:rPr>
              <a:t>AUTONOMOUS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TextShape 3"/>
          <p:cNvSpPr txBox="1"/>
          <p:nvPr/>
        </p:nvSpPr>
        <p:spPr>
          <a:xfrm>
            <a:off x="2287080" y="2736000"/>
            <a:ext cx="4840920" cy="1378080"/>
          </a:xfrm>
          <a:prstGeom prst="rect">
            <a:avLst/>
          </a:prstGeom>
        </p:spPr>
        <p:txBody>
          <a:bodyPr lIns="90000" rIns="90000" tIns="45000" bIns="45000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f3f3f3"/>
                </a:solidFill>
                <a:latin typeface="Caveat"/>
                <a:ea typeface="Arial"/>
              </a:rPr>
              <a:t>using </a:t>
            </a:r>
            <a:br/>
            <a:r>
              <a:rPr b="1" lang="en-IN" sz="1400" spc="-1" strike="noStrike">
                <a:solidFill>
                  <a:srgbClr val="f3f3f3"/>
                </a:solidFill>
                <a:latin typeface="Caveat"/>
                <a:ea typeface="Arial"/>
              </a:rPr>
              <a:t>MACHINE LEARNING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CustomShape 4"/>
          <p:cNvSpPr/>
          <p:nvPr/>
        </p:nvSpPr>
        <p:spPr>
          <a:xfrm>
            <a:off x="5283360" y="4221000"/>
            <a:ext cx="3717720" cy="50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</a:pPr>
            <a:r>
              <a:rPr b="0" lang="en" sz="1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T.M.CHAKRADHAR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1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FROM 2nd ECE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37600" y="726840"/>
            <a:ext cx="8735400" cy="343800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50000"/>
              </a:lnSpc>
            </a:pPr>
            <a:r>
              <a:rPr b="1" i="1" lang="en" sz="1800" spc="-1" strike="noStrike" u="sng">
                <a:solidFill>
                  <a:srgbClr val="ffffff"/>
                </a:solidFill>
                <a:uFillTx/>
                <a:latin typeface="Georgia"/>
                <a:ea typeface="Georgia"/>
              </a:rPr>
              <a:t>Reasons for introducing the FIRE FIGHTING ROBOTS are to control FIRE accidents</a:t>
            </a: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 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ffffff"/>
              </a:buClr>
              <a:buFont typeface="Georgia"/>
              <a:buChar char="●"/>
            </a:pP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In Forest Fires and save the wildlife.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ffffff"/>
              </a:buClr>
              <a:buFont typeface="Georgia"/>
              <a:buChar char="●"/>
            </a:pP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In Schools and Hospitals.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ffffff"/>
              </a:buClr>
              <a:buFont typeface="Georgia"/>
              <a:buChar char="●"/>
            </a:pP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In heavy crowded places like Malls,Theatres,etc.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ffffff"/>
              </a:buClr>
              <a:buFont typeface="Georgia"/>
              <a:buChar char="●"/>
            </a:pP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In Fuel industries and Manufacturing agencies etc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2724120" y="242640"/>
            <a:ext cx="3695040" cy="570600"/>
          </a:xfrm>
          <a:prstGeom prst="rect">
            <a:avLst/>
          </a:prstGeom>
        </p:spPr>
        <p:txBody>
          <a:bodyPr lIns="90000" rIns="90000" tIns="45000" bIns="45000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ffffff"/>
                </a:solidFill>
                <a:latin typeface="Caveat"/>
                <a:ea typeface="Arial"/>
              </a:rPr>
              <a:t>Present Methods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557280" y="1341360"/>
            <a:ext cx="7044120" cy="336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marL="457200" indent="-342720">
              <a:lnSpc>
                <a:spcPct val="150000"/>
              </a:lnSpc>
              <a:buClr>
                <a:srgbClr val="ffffff"/>
              </a:buClr>
              <a:buFont typeface="Georgia"/>
              <a:buChar char="●"/>
            </a:pP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Fire Rescue Teams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ffffff"/>
              </a:buClr>
              <a:buFont typeface="Georgia"/>
              <a:buChar char="●"/>
            </a:pP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Fire Extinguishers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ffffff"/>
              </a:buClr>
              <a:buFont typeface="Georgia"/>
              <a:buChar char="●"/>
            </a:pPr>
            <a:r>
              <a:rPr b="1" i="1" lang="en" sz="1800" spc="-1" strike="noStrike">
                <a:solidFill>
                  <a:srgbClr val="ffffff"/>
                </a:solidFill>
                <a:latin typeface="Georgia"/>
                <a:ea typeface="Georgia"/>
              </a:rPr>
              <a:t>Sensor based fire controlling robots</a:t>
            </a:r>
            <a:endParaRPr b="0" lang="en-IN" sz="1800" spc="-1" strike="noStrike">
              <a:latin typeface="Arial"/>
            </a:endParaRPr>
          </a:p>
          <a:p>
            <a:pPr marL="457200">
              <a:lnSpc>
                <a:spcPct val="150000"/>
              </a:lnSpc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520200" y="1520280"/>
            <a:ext cx="8623440" cy="2102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Georgia"/>
              <a:buChar char="●"/>
            </a:pPr>
            <a:r>
              <a:rPr b="1" lang="en" sz="1800" spc="-1" strike="noStrike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</a:rPr>
              <a:t>At present the world is running towards the ARTIFICIAL INTELLIGENCE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00000"/>
              </a:lnSpc>
              <a:buClr>
                <a:srgbClr val="000000"/>
              </a:buClr>
              <a:buFont typeface="Georgia"/>
              <a:buChar char="●"/>
            </a:pPr>
            <a:r>
              <a:rPr b="1" lang="en" sz="1800" spc="-1" strike="noStrike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</a:rPr>
              <a:t>AI is playing a key-role in every sectors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Georgia"/>
              <a:buChar char="●"/>
            </a:pPr>
            <a:r>
              <a:rPr b="1" lang="en" sz="1800" spc="-1" strike="noStrike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</a:rPr>
              <a:t>Finally, My idea is to replace the  sensor robots and develop them using AI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Georgia"/>
              <a:buChar char="●"/>
            </a:pPr>
            <a:r>
              <a:rPr b="1" lang="en" sz="1800" spc="-1" strike="noStrike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</a:rPr>
              <a:t>Using AI we may get the better results than using the sensors.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684720" y="838800"/>
            <a:ext cx="7812720" cy="37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Georgia"/>
              <a:buAutoNum type="arabicPeriod"/>
            </a:pPr>
            <a:r>
              <a:rPr b="1" lang="en" sz="1800" spc="-1" strike="noStrike">
                <a:solidFill>
                  <a:srgbClr val="000000"/>
                </a:solidFill>
                <a:latin typeface="Georgia"/>
                <a:ea typeface="Georgia"/>
              </a:rPr>
              <a:t>What is AI ?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Georgia"/>
              <a:buAutoNum type="arabicPeriod"/>
            </a:pPr>
            <a:r>
              <a:rPr b="1" lang="en" sz="1800" spc="-1" strike="noStrike">
                <a:solidFill>
                  <a:srgbClr val="000000"/>
                </a:solidFill>
                <a:latin typeface="Georgia"/>
                <a:ea typeface="Georgia"/>
              </a:rPr>
              <a:t>What is Machine Learning ?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Georgia"/>
              <a:buAutoNum type="arabicPeriod"/>
            </a:pPr>
            <a:r>
              <a:rPr b="1" lang="en" sz="1800" spc="-1" strike="noStrike">
                <a:solidFill>
                  <a:srgbClr val="000000"/>
                </a:solidFill>
                <a:latin typeface="Georgia"/>
                <a:ea typeface="Georgia"/>
              </a:rPr>
              <a:t>How does ML robot works ?</a:t>
            </a:r>
            <a:endParaRPr b="0" lang="en-IN" sz="1800" spc="-1" strike="noStrike"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Georgia"/>
              <a:buAutoNum type="arabicPeriod"/>
            </a:pPr>
            <a:r>
              <a:rPr b="1" lang="en" sz="1800" spc="-1" strike="noStrike">
                <a:solidFill>
                  <a:srgbClr val="000000"/>
                </a:solidFill>
                <a:latin typeface="Georgia"/>
                <a:ea typeface="Georgia"/>
              </a:rPr>
              <a:t>What are the tools required ?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562320" y="3633840"/>
            <a:ext cx="8581320" cy="114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</a:pPr>
            <a:r>
              <a:rPr b="1" lang="en" sz="4800" spc="-1" strike="noStrike">
                <a:solidFill>
                  <a:srgbClr val="000000"/>
                </a:solidFill>
                <a:latin typeface="Caveat"/>
                <a:ea typeface="Caveat"/>
              </a:rPr>
              <a:t>ANY QUESTIONS……???</a:t>
            </a:r>
            <a:endParaRPr b="0" lang="en-IN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9;p19" descr=""/>
          <p:cNvPicPr/>
          <p:nvPr/>
        </p:nvPicPr>
        <p:blipFill>
          <a:blip r:embed="rId1"/>
          <a:stretch/>
        </p:blipFill>
        <p:spPr>
          <a:xfrm>
            <a:off x="0" y="68400"/>
            <a:ext cx="9143640" cy="5074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LibreOffice/6.4.4.2$Windows_X86_64 LibreOffice_project/3d775be2011f3886db32dfd395a6a6d1ca2630ff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2020-07-02T14:07:45Z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Notes">
    <vt:i4>7</vt:i4>
  </property>
  <property fmtid="{D5CDD505-2E9C-101B-9397-08002B2CF9AE}" pid="7" name="PresentationFormat">
    <vt:lpwstr>On-screen Show (16:9)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7</vt:i4>
  </property>
</Properties>
</file>